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bitwallakshyata-ship-it/AI-Interview-Trainer-Agen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966933338"/>
              </p:ext>
            </p:extLst>
          </p:nvPr>
        </p:nvGraphicFramePr>
        <p:xfrm>
          <a:off x="1070542" y="2654853"/>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LAKSHYATA BITWAL</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LAKSHYATABITWAL@GMAIL.COM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7827903808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 and Career Development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AI Powered Interview Trainer Agent</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2677656"/>
          </a:xfrm>
          <a:prstGeom prst="rect">
            <a:avLst/>
          </a:prstGeom>
          <a:noFill/>
        </p:spPr>
        <p:txBody>
          <a:bodyPr wrap="square" rtlCol="0">
            <a:spAutoFit/>
          </a:bodyPr>
          <a:lstStyle/>
          <a:p>
            <a:pPr fontAlgn="base"/>
            <a:r>
              <a:rPr lang="en-US" b="1" dirty="0"/>
              <a:t>Problem Statement : </a:t>
            </a:r>
            <a:r>
              <a:rPr lang="en-US" b="1" dirty="0">
                <a:highlight>
                  <a:srgbClr val="FFFF00"/>
                </a:highlight>
              </a:rPr>
              <a:t>AI Powered Interview Trainer Agent</a:t>
            </a:r>
            <a:endParaRPr lang="en-US" dirty="0"/>
          </a:p>
          <a:p>
            <a:pPr fontAlgn="base"/>
            <a:endParaRPr lang="en-US" b="1" dirty="0"/>
          </a:p>
          <a:p>
            <a:pPr fontAlgn="base"/>
            <a:r>
              <a:rPr lang="en-US" b="1" dirty="0"/>
              <a:t>The Challenge</a:t>
            </a:r>
            <a:r>
              <a:rPr lang="en-US" dirty="0"/>
              <a:t> </a:t>
            </a:r>
          </a:p>
          <a:p>
            <a:pPr fontAlgn="base"/>
            <a:r>
              <a:rPr lang="en-US" dirty="0"/>
              <a:t>Many students struggle to prepare for interviews due to lack of personalized guidance, practice opportunities, and constructive feedback. Traditional preparation methods do not adapt to individual skill levels and career goals.</a:t>
            </a:r>
          </a:p>
          <a:p>
            <a:pPr fontAlgn="base"/>
            <a:r>
              <a:rPr lang="en-US" b="1" dirty="0"/>
              <a:t>The Objective</a:t>
            </a:r>
            <a:r>
              <a:rPr lang="en-US" dirty="0"/>
              <a:t> </a:t>
            </a:r>
          </a:p>
          <a:p>
            <a:r>
              <a:rPr lang="en-US" dirty="0"/>
              <a:t>Build an AI-powered Interview Trainer Agent that:</a:t>
            </a:r>
          </a:p>
          <a:p>
            <a:r>
              <a:rPr lang="en-US" dirty="0"/>
              <a:t>Generates personalized interview questions.</a:t>
            </a:r>
          </a:p>
          <a:p>
            <a:r>
              <a:rPr lang="en-US" dirty="0"/>
              <a:t>Evaluates candidate responses.</a:t>
            </a:r>
          </a:p>
          <a:p>
            <a:r>
              <a:rPr lang="en-US" dirty="0"/>
              <a:t>Provides detailed feedback and improvement suggestions.</a:t>
            </a:r>
          </a:p>
          <a:p>
            <a:r>
              <a:rPr lang="en-US" dirty="0"/>
              <a:t>Identifies skill gaps.</a:t>
            </a:r>
          </a:p>
          <a:p>
            <a:r>
              <a:rPr lang="en-US" dirty="0"/>
              <a:t>Helps students improve confidence and interview performance.</a:t>
            </a:r>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2893100"/>
          </a:xfrm>
          <a:prstGeom prst="rect">
            <a:avLst/>
          </a:prstGeom>
          <a:noFill/>
        </p:spPr>
        <p:txBody>
          <a:bodyPr wrap="square" rtlCol="0">
            <a:spAutoFit/>
          </a:bodyPr>
          <a:lstStyle/>
          <a:p>
            <a:pPr fontAlgn="base"/>
            <a:endParaRPr lang="en-US" b="1" dirty="0"/>
          </a:p>
          <a:p>
            <a:r>
              <a:rPr lang="en-US" dirty="0"/>
              <a:t>The proposed solution is an AI-powered Interview Trainer Agent that helps students prepare for technical and HR interviews through personalized practice sessions. The system analyzes the user's resume, skills, and target job role to generate relevant interview questions.</a:t>
            </a:r>
          </a:p>
          <a:p>
            <a:r>
              <a:rPr lang="en-US" dirty="0"/>
              <a:t>Using IBM Granite models and </a:t>
            </a:r>
            <a:r>
              <a:rPr lang="en-US" dirty="0" err="1"/>
              <a:t>LangFlow</a:t>
            </a:r>
            <a:r>
              <a:rPr lang="en-US" dirty="0"/>
              <a:t>, the agent evaluates user responses, provides detailed feedback, identifies weak areas, and recommends improvement strategies. A RAG pipeline retrieves interview-related knowledge from trusted resources to improve response quality and relevance.</a:t>
            </a:r>
          </a:p>
          <a:p>
            <a:r>
              <a:rPr lang="en-US" dirty="0"/>
              <a:t>The solution consists of four intelligent agents:</a:t>
            </a:r>
          </a:p>
          <a:p>
            <a:r>
              <a:rPr lang="en-US" dirty="0"/>
              <a:t>Resume Analysis Agent – Extracts skills, projects, and experience from resumes.</a:t>
            </a:r>
          </a:p>
          <a:p>
            <a:r>
              <a:rPr lang="en-US" dirty="0"/>
              <a:t>Question Generation Agent – Creates role-specific interview questions.</a:t>
            </a:r>
          </a:p>
          <a:p>
            <a:r>
              <a:rPr lang="en-US" dirty="0"/>
              <a:t>Answer Evaluation Agent – Assesses answers and provides scores.</a:t>
            </a:r>
          </a:p>
          <a:p>
            <a:r>
              <a:rPr lang="en-US" dirty="0"/>
              <a:t>Feedback &amp; Improvement Agent – Suggests improvements and learning resources.</a:t>
            </a:r>
          </a:p>
          <a:p>
            <a:r>
              <a:rPr lang="en-US" dirty="0"/>
              <a:t>The system includes a dashboard where users can track performance, strengths, weaknesses, and overall interview readiness.</a:t>
            </a:r>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693866"/>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a:t>
            </a:r>
            <a:r>
              <a:rPr lang="en-US" b="1" dirty="0">
                <a:highlight>
                  <a:srgbClr val="FFFF00"/>
                </a:highlight>
              </a:rPr>
              <a:t>File component - </a:t>
            </a:r>
            <a:r>
              <a:rPr lang="en-US" dirty="0">
                <a:highlight>
                  <a:srgbClr val="FFFF00"/>
                </a:highlight>
              </a:rPr>
              <a:t>Stores and retrieves user data, meal logs, and nutritional datasets for analysis and tracking.</a:t>
            </a:r>
          </a:p>
          <a:p>
            <a:endParaRPr lang="en-US" dirty="0"/>
          </a:p>
          <a:p>
            <a:endParaRPr lang="en-US" dirty="0"/>
          </a:p>
          <a:p>
            <a:r>
              <a:rPr lang="en-US" dirty="0"/>
              <a:t>6) </a:t>
            </a:r>
            <a:r>
              <a:rPr lang="en-US" dirty="0">
                <a:highlight>
                  <a:srgbClr val="FFFF00"/>
                </a:highlight>
              </a:rPr>
              <a:t>RAG Retriever </a:t>
            </a:r>
          </a:p>
          <a:p>
            <a:r>
              <a:rPr lang="en-US" dirty="0">
                <a:highlight>
                  <a:srgbClr val="FFFF00"/>
                </a:highlight>
              </a:rPr>
              <a:t>7) Vector database</a:t>
            </a:r>
          </a:p>
          <a:p>
            <a:r>
              <a:rPr lang="en-US" dirty="0">
                <a:highlight>
                  <a:srgbClr val="FFFF00"/>
                </a:highlight>
              </a:rPr>
              <a:t>8) Chat output </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tretch>
            <a:fillRect/>
          </a:stretch>
        </p:blipFill>
        <p:spPr>
          <a:xfrm>
            <a:off x="464439" y="1066220"/>
            <a:ext cx="11469656" cy="5544892"/>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216539"/>
          </a:xfrm>
          <a:prstGeom prst="rect">
            <a:avLst/>
          </a:prstGeom>
          <a:noFill/>
        </p:spPr>
        <p:txBody>
          <a:bodyPr wrap="square" rtlCol="0">
            <a:spAutoFit/>
          </a:bodyPr>
          <a:lstStyle/>
          <a:p>
            <a:r>
              <a:rPr lang="en-US" sz="2400" dirty="0"/>
              <a:t>Agentic AI enables multiple specialized agents to collaborate autonomously and provide personalized interview preparation. Each agent performs a dedicated task such as resume analysis, question generation, answer evaluation, and feedback generation.</a:t>
            </a:r>
          </a:p>
          <a:p>
            <a:r>
              <a:rPr lang="en-US" sz="2400" dirty="0"/>
              <a:t>The agents share information and work together to create a dynamic and adaptive interview coaching experience. This allows the system to continuously improve recommendations and provide targeted guidance based on user performance</a:t>
            </a:r>
            <a:r>
              <a:rPr lang="en-US" sz="28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046988"/>
          </a:xfrm>
          <a:prstGeom prst="rect">
            <a:avLst/>
          </a:prstGeom>
          <a:noFill/>
        </p:spPr>
        <p:txBody>
          <a:bodyPr wrap="square" rtlCol="0">
            <a:spAutoFit/>
          </a:bodyPr>
          <a:lstStyle/>
          <a:p>
            <a:r>
              <a:rPr lang="en-US" sz="2400" dirty="0"/>
              <a:t>Multi-Agent Architecture</a:t>
            </a:r>
          </a:p>
          <a:p>
            <a:r>
              <a:rPr lang="en-US" sz="2400" dirty="0"/>
              <a:t>Personalized Interview Preparation</a:t>
            </a:r>
          </a:p>
          <a:p>
            <a:r>
              <a:rPr lang="en-US" sz="2400" dirty="0"/>
              <a:t>Resume-Based Question Generation</a:t>
            </a:r>
          </a:p>
          <a:p>
            <a:r>
              <a:rPr lang="en-US" sz="2400" dirty="0"/>
              <a:t>Real-Time Feedback and Scoring</a:t>
            </a:r>
          </a:p>
          <a:p>
            <a:r>
              <a:rPr lang="en-US" sz="2400" dirty="0"/>
              <a:t>Skill Gap Analysis</a:t>
            </a:r>
          </a:p>
          <a:p>
            <a:r>
              <a:rPr lang="en-US" sz="2400" dirty="0"/>
              <a:t>Adaptive Learning Approach</a:t>
            </a:r>
          </a:p>
          <a:p>
            <a:r>
              <a:rPr lang="en-US" sz="2400" dirty="0"/>
              <a:t>IBM Granite Powered Intelligence</a:t>
            </a:r>
          </a:p>
          <a:p>
            <a:r>
              <a:rPr lang="en-US" sz="2400" dirty="0"/>
              <a:t>Scalable and Enterprise-Ready </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r>
              <a:rPr lang="en-IN" sz="2000" dirty="0" err="1">
                <a:hlinkClick r:id="rId3"/>
              </a:rPr>
              <a:t>bitwallakshyata</a:t>
            </a:r>
            <a:r>
              <a:rPr lang="en-IN" sz="2000">
                <a:hlinkClick r:id="rId3"/>
              </a:rPr>
              <a:t>-ship-it/AI-Interview-Trainer-Agent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67409" y="1290499"/>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1" i="0" u="none" strike="noStrike" cap="none" dirty="0">
                <a:solidFill>
                  <a:srgbClr val="2B3541"/>
                </a:solidFill>
                <a:latin typeface="Times New Roman"/>
                <a:ea typeface="Times New Roman"/>
                <a:cs typeface="Times New Roman"/>
                <a:sym typeface="Times New Roman"/>
              </a:rPr>
              <a:t>1</a:t>
            </a:r>
            <a:r>
              <a:rPr lang="en-US" sz="1850" b="1" dirty="0">
                <a:solidFill>
                  <a:srgbClr val="2B3541"/>
                </a:solidFill>
                <a:latin typeface="Times New Roman"/>
                <a:ea typeface="Times New Roman"/>
                <a:cs typeface="Times New Roman"/>
                <a:sym typeface="Times New Roman"/>
              </a:rPr>
              <a:t> Voice-Based Mock Interviews.</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2.Video Interview Analysis using AI.</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3.Emotion and Confidence Detection.</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4.Multilingual Interview Support.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5.Integration with LinkedIn and Job Portals.</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6.AI-Based Career Roadmap Suggestions.</a:t>
            </a: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1204</TotalTime>
  <Words>820</Words>
  <Application>Microsoft Office PowerPoint</Application>
  <PresentationFormat>Widescreen</PresentationFormat>
  <Paragraphs>116</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lakshyata bitwal</cp:lastModifiedBy>
  <cp:revision>22</cp:revision>
  <dcterms:created xsi:type="dcterms:W3CDTF">2025-07-08T05:06:56Z</dcterms:created>
  <dcterms:modified xsi:type="dcterms:W3CDTF">2026-06-10T08:04:59Z</dcterms:modified>
</cp:coreProperties>
</file>